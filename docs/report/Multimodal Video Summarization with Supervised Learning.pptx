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22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ype="http://schemas.openxmlformats.org/officeDocument/2006/relationships/presProps" Target="presProps.xml"/>  <Relationship Id="rId19" Type="http://schemas.openxmlformats.org/officeDocument/2006/relationships/viewProps" Target="viewProps.xml"/>  <Relationship Id="rId20" Type="http://schemas.openxmlformats.org/officeDocument/2006/relationships/theme" Target="theme/theme1.xml"/>  <Relationship Id="rId21" Type="http://schemas.openxmlformats.org/officeDocument/2006/relationships/tableStyles" Target="tableStyles.xml"/>  <Relationship Id="rId22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media/image1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media/image1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media/image1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media/image1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6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cca2ecb-b2b1-479f-aa0a-e27a3e99433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e375ec2-41dd-457f-9cdd-fe4b939408a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6994f22-a409-4dfb-9ad6-07ee62d0cda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77cc137-3a02-42e8-954e-7f9aaee68a9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9c48bde-9796-4cac-a127-8f55861d2f7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6f5dd96-7fcc-4359-b4c5-6db9cd43636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6bc2d24-0f5f-4046-a872-c29cdb26752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ff15c65-ebc6-4caf-a129-87ab673e2c4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d1d5234-dbc5-445a-8bef-d4748c80583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98e4435-63e3-495b-be52-b30f3f0532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0ba9d1e-ee82-48c6-9b6c-8da073f3e74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1576ab1-5582-4ae1-a3a7-778513d2413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8cdb551-d608-4ccb-b46b-333ae5f24bf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99dfcc4-311d-44b9-9d7d-5cc6adc48fc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a8a6b95-9c72-4b27-b100-ee28f0b613d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815940a-70aa-47d8-ae93-d52affc2224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2026-04-25T04:43:46.867Z</dcterms:created>
  <dcterms:modified xsi:type="dcterms:W3CDTF">2026-04-25T04:43:46.867Z</dcterms:modified>
</cp:coreProperties>
</file>